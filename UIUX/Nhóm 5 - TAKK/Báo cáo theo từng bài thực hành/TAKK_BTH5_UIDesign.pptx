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3" r:id="rId3"/>
    <p:sldId id="258" r:id="rId4"/>
    <p:sldId id="265" r:id="rId5"/>
    <p:sldId id="266" r:id="rId6"/>
    <p:sldId id="267" r:id="rId7"/>
    <p:sldId id="264" r:id="rId8"/>
    <p:sldId id="269" r:id="rId9"/>
    <p:sldId id="270" r:id="rId10"/>
    <p:sldId id="271" r:id="rId11"/>
    <p:sldId id="268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proto/0qDzv8ehPjAlLCPj0Y0Geb/TAKK_Edu?node-id=11-838&amp;t=sPsrQsHqm1LaF8rA-1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THIẾT KẾ GIAO DIỆN</a:t>
            </a:r>
            <a:endParaRPr lang="en-US" dirty="0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/>
              <a:t>Nhóm 05 – TAKK Edu</a:t>
            </a:r>
          </a:p>
          <a:p>
            <a:r>
              <a:rPr lang="en-US" sz="2800" b="0"/>
              <a:t>Nông Quốc Khánh	20226088</a:t>
            </a:r>
          </a:p>
          <a:p>
            <a:r>
              <a:rPr lang="en-US" sz="2800" b="0"/>
              <a:t>Đỗ Quang Bắc Kỳ	20226111</a:t>
            </a:r>
          </a:p>
          <a:p>
            <a:r>
              <a:rPr lang="en-US" sz="2800" b="0"/>
              <a:t>Nguyễn Minh Tuấn	20226095</a:t>
            </a:r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08E1B1-D9CD-415A-BCE5-B57F39B2F3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UI Kit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Thiết kế wireframe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Thiết kế prototype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941D0-D074-43AE-8875-C4BDC98A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1CA00-8B5A-4B5F-AE21-CF0691D6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0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UI Kit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6603-7893-4AE0-9532-68058044B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Logo: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Typography:</a:t>
            </a:r>
          </a:p>
          <a:p>
            <a:pPr lvl="1"/>
            <a:r>
              <a:rPr lang="en-US"/>
              <a:t>Font name: Inter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42B56-DB0D-17B0-97B1-486F7D35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39" y="1524904"/>
            <a:ext cx="3143689" cy="97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A2F136-4568-43CE-EFAF-1F5ABC06E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802" y="1524904"/>
            <a:ext cx="5758461" cy="720591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8C0C86-49FF-4BE1-E36A-C474422ED8CC}"/>
              </a:ext>
            </a:extLst>
          </p:cNvPr>
          <p:cNvSpPr txBox="1">
            <a:spLocks/>
          </p:cNvSpPr>
          <p:nvPr/>
        </p:nvSpPr>
        <p:spPr>
          <a:xfrm>
            <a:off x="6270171" y="1032509"/>
            <a:ext cx="5583092" cy="49387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Màu sắc: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3E16-2116-B5E3-094A-9236C453E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597" y="2245495"/>
            <a:ext cx="3696216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448F-7008-D39F-8807-F68EA13C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75D1-3A24-8A9D-B92F-42BED33A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UI Kit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3DE45-1952-CE21-4446-D1D5351FDA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Labels &amp; buttons: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3C1AB-2DAD-F81B-3E0D-128CD0A1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E4E698-5670-8DD3-E928-4B39C329C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604" y="1032510"/>
            <a:ext cx="3415594" cy="531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284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45F1A-CB08-F00B-1172-6D22C826B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F94A3-B9E4-4971-B73C-FE42DAD9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UI Kit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E3D66-B750-8AFB-2CC6-74DB027ED0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Components: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82CED-C0B0-0A2E-5357-1E9278D6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B23D4-AAD3-3E41-EA94-27A6A89E1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173" y="938025"/>
            <a:ext cx="6134917" cy="51654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3221CB-C617-08F7-7062-CFA1EF4F6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694" y="855186"/>
            <a:ext cx="2633479" cy="529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584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67E12-0FEE-21E4-E392-8E3347BA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7FC6-760A-2D2F-361E-4C279F946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UI Kit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BC79D-00FF-1E1E-5CCA-F40CEA04DE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Grids layout: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2BDCC-57FD-DE74-9884-DC9D16ED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DD48BD-74B4-6F6E-F1EA-2568D7084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39" y="1634490"/>
            <a:ext cx="5857875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A62FEE9-14AB-2695-21ED-45978D808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389" y="1396365"/>
            <a:ext cx="3686175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DEBACB8-1949-8D32-ECDD-75CEBD763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14" y="1977390"/>
            <a:ext cx="1857375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720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999E0-2B35-7C75-F6A6-153D5BEF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9E06-96B4-F63E-D25C-D49119DC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Wireframe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401F3-6BC8-294C-42D1-ED0C02F900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Homepage và Login page: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B9F9E-54B0-F6FC-CE03-47503559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EAEE2C-5D07-F734-235F-38C504921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421" y="1621306"/>
            <a:ext cx="8487960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60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B6FE7-DCF2-E0C4-95F0-89EC3AF6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6A8A-8AC3-3C81-64D0-388C73939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Wireframe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DB519-E960-3DDA-2854-56AAE5F3B7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Forgot password và Sign up page: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1879D-1A91-7F12-4A05-C9610BD0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34AA3-846D-E443-893F-75F891A92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000" y="1611779"/>
            <a:ext cx="8430802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6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62AA-CA8B-DD9E-E1A1-8AA096FB9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A89F-EE34-BA5B-7D4C-2AD08AF9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Wireframe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D37C1-2651-93F6-4249-7B5776DA5F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Manage courses và courses list page: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0292A-C553-7EDB-6DCE-F9D032396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AE1B94-3E9B-98D9-154F-22856008D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895" y="1692013"/>
            <a:ext cx="8507012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807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51AED-158A-81CA-CE98-D6E0A89B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8FA3B-2EB0-026B-28A9-B77DB65A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Wireframe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C3D7C-DED2-33DA-A119-DD756587AE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Course details và room page: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D707A-3F7B-EB8C-0DE4-DDFB428B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D99EC-5756-A7B6-200B-A007157555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993"/>
          <a:stretch>
            <a:fillRect/>
          </a:stretch>
        </p:blipFill>
        <p:spPr>
          <a:xfrm>
            <a:off x="1813316" y="1611779"/>
            <a:ext cx="4282684" cy="46202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3BC715-73A3-1F43-7492-4D2CFEEF3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401" y="1611779"/>
            <a:ext cx="5231215" cy="363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44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FC008-0B64-D969-E18B-74CA8289E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660E8-3979-3F37-EB40-4327A1C3C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Prototype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7EBEC-B809-14B6-2EDB-66E5A174DF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hlinkClick r:id="rId2"/>
              </a:rPr>
              <a:t>https://www.figma.com/proto/0qDzv8ehPjAlLCPj0Y0Geb/TAKK_Edu?node-id=11-838&amp;t=sPsrQsHqm1LaF8rA-1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887BC-1D2B-D5AB-DBA6-E2C5C1304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68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11" ma:contentTypeDescription="Create a new document." ma:contentTypeScope="" ma:versionID="3f790bef5ab025e63253954e165a0704">
  <xsd:schema xmlns:xsd="http://www.w3.org/2001/XMLSchema" xmlns:xs="http://www.w3.org/2001/XMLSchema" xmlns:p="http://schemas.microsoft.com/office/2006/metadata/properties" xmlns:ns2="f911f9c0-5a03-49c4-9b36-857712739a80" xmlns:ns3="3485ab1c-3f2f-420a-94d8-4bedb6f8f8d6" targetNamespace="http://schemas.microsoft.com/office/2006/metadata/properties" ma:root="true" ma:fieldsID="1cf79d56d853a5c1e3b2c017520a74ba" ns2:_="" ns3:_="">
    <xsd:import namespace="f911f9c0-5a03-49c4-9b36-857712739a80"/>
    <xsd:import namespace="3485ab1c-3f2f-420a-94d8-4bedb6f8f8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11f9c0-5a03-49c4-9b36-857712739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85ab1c-3f2f-420a-94d8-4bedb6f8f8d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8cbeeef-faaf-472a-a6d1-d7d0065acb8d}" ma:internalName="TaxCatchAll" ma:showField="CatchAllData" ma:web="3485ab1c-3f2f-420a-94d8-4bedb6f8f8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911f9c0-5a03-49c4-9b36-857712739a80">
      <Terms xmlns="http://schemas.microsoft.com/office/infopath/2007/PartnerControls"/>
    </lcf76f155ced4ddcb4097134ff3c332f>
    <TaxCatchAll xmlns="3485ab1c-3f2f-420a-94d8-4bedb6f8f8d6" xsi:nil="true"/>
  </documentManagement>
</p:properties>
</file>

<file path=customXml/itemProps1.xml><?xml version="1.0" encoding="utf-8"?>
<ds:datastoreItem xmlns:ds="http://schemas.openxmlformats.org/officeDocument/2006/customXml" ds:itemID="{8E31AF23-6D03-4A6A-9960-CCBF068A191E}"/>
</file>

<file path=customXml/itemProps2.xml><?xml version="1.0" encoding="utf-8"?>
<ds:datastoreItem xmlns:ds="http://schemas.openxmlformats.org/officeDocument/2006/customXml" ds:itemID="{988A4A1A-6E78-47A2-BF5C-6948A781226B}"/>
</file>

<file path=customXml/itemProps3.xml><?xml version="1.0" encoding="utf-8"?>
<ds:datastoreItem xmlns:ds="http://schemas.openxmlformats.org/officeDocument/2006/customXml" ds:itemID="{A4DAFF73-2ADA-437D-A921-70F46E57C63C}"/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149</Words>
  <Application>Microsoft Office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Lato</vt:lpstr>
      <vt:lpstr>Office Theme</vt:lpstr>
      <vt:lpstr>PowerPoint Presentation</vt:lpstr>
      <vt:lpstr>Nội dung</vt:lpstr>
      <vt:lpstr>1. UI Kit</vt:lpstr>
      <vt:lpstr>1. UI Kit</vt:lpstr>
      <vt:lpstr>1. UI Kit</vt:lpstr>
      <vt:lpstr>1. UI Kit</vt:lpstr>
      <vt:lpstr>2. Wireframe</vt:lpstr>
      <vt:lpstr>2. Wireframe</vt:lpstr>
      <vt:lpstr>2. Wireframe</vt:lpstr>
      <vt:lpstr>2. Wireframe</vt:lpstr>
      <vt:lpstr>3. Prototype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Nong Quoc Khanh 20226088</cp:lastModifiedBy>
  <cp:revision>21</cp:revision>
  <dcterms:created xsi:type="dcterms:W3CDTF">2021-05-28T04:32:29Z</dcterms:created>
  <dcterms:modified xsi:type="dcterms:W3CDTF">2025-12-22T14:36:37Z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