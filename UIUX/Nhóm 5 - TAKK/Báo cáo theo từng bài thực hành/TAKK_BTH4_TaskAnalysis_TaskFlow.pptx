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7" r:id="rId5"/>
    <p:sldId id="263" r:id="rId6"/>
    <p:sldId id="258" r:id="rId7"/>
    <p:sldId id="266" r:id="rId8"/>
    <p:sldId id="267" r:id="rId9"/>
    <p:sldId id="268" r:id="rId10"/>
    <p:sldId id="269" r:id="rId11"/>
    <p:sldId id="265" r:id="rId12"/>
    <p:sldId id="271" r:id="rId13"/>
    <p:sldId id="272" r:id="rId14"/>
    <p:sldId id="270" r:id="rId15"/>
    <p:sldId id="26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7D46FB-1105-23E3-73C2-75236E5F9A9F}" v="2" dt="2026-01-06T14:51:30.4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an Pham Minh Duc 20226077" userId="S::duc.tpm226077@sis.hust.edu.vn::8e50a732-37bc-4347-8d39-91e07c0462e1" providerId="AD" clId="Web-{727D46FB-1105-23E3-73C2-75236E5F9A9F}"/>
    <pc:docChg chg="modSld">
      <pc:chgData name="Tran Pham Minh Duc 20226077" userId="S::duc.tpm226077@sis.hust.edu.vn::8e50a732-37bc-4347-8d39-91e07c0462e1" providerId="AD" clId="Web-{727D46FB-1105-23E3-73C2-75236E5F9A9F}" dt="2026-01-06T14:51:30.462" v="1" actId="1076"/>
      <pc:docMkLst>
        <pc:docMk/>
      </pc:docMkLst>
      <pc:sldChg chg="modSp">
        <pc:chgData name="Tran Pham Minh Duc 20226077" userId="S::duc.tpm226077@sis.hust.edu.vn::8e50a732-37bc-4347-8d39-91e07c0462e1" providerId="AD" clId="Web-{727D46FB-1105-23E3-73C2-75236E5F9A9F}" dt="2026-01-06T14:51:30.462" v="1" actId="1076"/>
        <pc:sldMkLst>
          <pc:docMk/>
          <pc:sldMk cId="3505952789" sldId="258"/>
        </pc:sldMkLst>
        <pc:picChg chg="mod">
          <ac:chgData name="Tran Pham Minh Duc 20226077" userId="S::duc.tpm226077@sis.hust.edu.vn::8e50a732-37bc-4347-8d39-91e07c0462e1" providerId="AD" clId="Web-{727D46FB-1105-23E3-73C2-75236E5F9A9F}" dt="2026-01-06T14:51:30.462" v="1" actId="1076"/>
          <ac:picMkLst>
            <pc:docMk/>
            <pc:sldMk cId="3505952789" sldId="258"/>
            <ac:picMk id="5" creationId="{FB36011A-11B5-D71E-BAEA-7EB2F21F2C6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3" y="2219413"/>
            <a:ext cx="8318828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TASK ANALYSIS &amp; FLOW</a:t>
            </a:r>
            <a:endParaRPr lang="en-US" dirty="0"/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/>
              <a:t>Nhóm 05 - TAKK Edu</a:t>
            </a:r>
          </a:p>
          <a:p>
            <a:r>
              <a:rPr lang="en-US" sz="2800" b="0"/>
              <a:t>Nông Quốc Khánh	20226088</a:t>
            </a:r>
          </a:p>
          <a:p>
            <a:r>
              <a:rPr lang="en-US" sz="2800" b="0"/>
              <a:t>Đỗ Quang Bắc Kỳ	20226111</a:t>
            </a:r>
          </a:p>
          <a:p>
            <a:r>
              <a:rPr lang="en-US" sz="2800" b="0"/>
              <a:t>Nguyễn Minh Tuấn	20226095</a:t>
            </a:r>
          </a:p>
          <a:p>
            <a:endParaRPr lang="en-US" sz="2800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08E1B1-D9CD-415A-BCE5-B57F39B2F31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Phân tích nhiệm vụ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Thiết kế luồng tác vụ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Thiết kế luồng người dùng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Thiết kế luồng thông tin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6941D0-D074-43AE-8875-C4BDC98AD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1CA00-8B5A-4B5F-AE21-CF0691D6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500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D019-96A4-4D1E-AFB5-09D65C86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Phân tích nhiệm vụ (Task analysis)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26603-7893-4AE0-9532-68058044B6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Học viên đăng ký khóa học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4677A-4F02-4478-B9B8-685D0B62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36011A-11B5-D71E-BAEA-7EB2F21F2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844" y="1853011"/>
            <a:ext cx="6011114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952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477B0-80A8-192B-5B8D-2D6024307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F29D7-5985-9E05-CF18-A213EB909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Phân tích nhiệm vụ (Task analysis)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48EE1-C9A8-DD95-C34A-0F89B35AD6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Học viên tham gia phòng học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F05DD-AABE-FA1B-0922-A438B1C0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F78191-1FFA-DBFB-E35C-B9A7AE101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598" y="2433498"/>
            <a:ext cx="9154803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296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C53E6-9468-BB4F-FB20-86C613E38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EBD92-15D0-3791-C3F3-AE97793A6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Phân tích nhiệm vụ (Task analysis)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B2070-6CAF-7E66-7B4A-77FE451D00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Giáo viên tạo khóa học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5DA17-96D7-10B8-3D0A-8423001DB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218802B0-EBC1-6457-0ECB-C86B45190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690" y="1584539"/>
            <a:ext cx="10235682" cy="464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28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BD525-451F-600C-4365-ED2F62B46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F5BAC-BF2D-A618-8DDB-0C0F646A0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Phân tích nhiệm vụ (Task analysis)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02CF0-5EB6-FDBB-DD31-23584EB8AC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Người dùng (học viên hoặc giáo viên) tạo phòng học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B7198-39BA-4C03-39D9-8209ACE68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B80F07-44B5-2811-36BA-6A81C152E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828" y="1692413"/>
            <a:ext cx="10779145" cy="427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166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ED831-CDE0-54C0-8B59-5ABD340B8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2B976-5512-36DC-40A4-4794D69A9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Luồng tác vụ (Task flow)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ACD13-7303-1F45-6F94-921B0E7775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F4D18-C3A7-CAFD-28EE-5D026F337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634EC3-15F9-AE58-E859-F40E6F86D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593" y="2518617"/>
            <a:ext cx="9573961" cy="1238423"/>
          </a:xfrm>
          <a:prstGeom prst="rect">
            <a:avLst/>
          </a:prstGeom>
        </p:spPr>
      </p:pic>
      <p:pic>
        <p:nvPicPr>
          <p:cNvPr id="10" name="Picture 9" descr="A black rectangle with colorful text&#10;&#10;AI-generated content may be incorrect.">
            <a:extLst>
              <a:ext uri="{FF2B5EF4-FFF2-40B4-BE49-F238E27FC236}">
                <a16:creationId xmlns:a16="http://schemas.microsoft.com/office/drawing/2014/main" id="{EF928A06-E267-559D-CA2E-EF3FD97A2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593" y="3757040"/>
            <a:ext cx="9716856" cy="14861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175740-F016-D6BD-1D4A-40D3745B4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539" y="1032510"/>
            <a:ext cx="11564964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050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76534-1E84-D623-8D97-525AE5131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4AFCF-C9E5-8796-2AFC-89666E53C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Luồng người dùng (User flow)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E2FCB-839F-4C26-1F02-8AD0ABF326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Học viên đăng ký khóa học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DCABD-D56C-9994-AB77-44FF32237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 descr="A diagram of a flowchart&#10;&#10;AI-generated content may be incorrect.">
            <a:extLst>
              <a:ext uri="{FF2B5EF4-FFF2-40B4-BE49-F238E27FC236}">
                <a16:creationId xmlns:a16="http://schemas.microsoft.com/office/drawing/2014/main" id="{73BC3CDE-9A56-1588-F9CE-2FC4ED1E8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0416" y="886777"/>
            <a:ext cx="6422848" cy="5444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028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54255-80CD-A5DE-DEBF-65015CE6F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E7459-11F8-225D-1630-A086372AC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Luồng người dùng (User flow)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18E98-C9FC-F7CC-ECAE-E26C73DCAB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Người dùng tạo phòng học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B5A22-58AD-58E0-6DC9-EB77B5811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0" name="Picture 9" descr="A diagram of a process&#10;&#10;AI-generated content may be incorrect.">
            <a:extLst>
              <a:ext uri="{FF2B5EF4-FFF2-40B4-BE49-F238E27FC236}">
                <a16:creationId xmlns:a16="http://schemas.microsoft.com/office/drawing/2014/main" id="{F8F2D300-A1DA-E9CF-A4ED-39CE72627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517" y="1032510"/>
            <a:ext cx="6782747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340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81212-754B-52CB-5A59-14457B238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AF658-01CB-DD93-1933-6C9C779FA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Luồng người dùng (User flow)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44E14-9FE6-A806-5CFF-FF1065ED57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Học viên xem bài giảng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0AB66-3E6B-49BE-AE7F-6A798F7CE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Picture 4" descr="A diagram of a flowchart&#10;&#10;AI-generated content may be incorrect.">
            <a:extLst>
              <a:ext uri="{FF2B5EF4-FFF2-40B4-BE49-F238E27FC236}">
                <a16:creationId xmlns:a16="http://schemas.microsoft.com/office/drawing/2014/main" id="{C03556E0-10B7-F4B2-9CB8-57890F558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027" y="1677574"/>
            <a:ext cx="7144747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722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47183-EBF2-46CE-1996-4AE4EEB76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E244-DD70-23CA-409D-5B411920B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Luồng thông tin (Kiến trúc thông tin - Information architecture)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EA15B-5452-E4D4-1320-813E3E5ACD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Sitemap: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9A0C4-E760-642A-8090-C1AB122F4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8" name="Picture 7" descr="A diagram of a company&#10;&#10;AI-generated content may be incorrect.">
            <a:extLst>
              <a:ext uri="{FF2B5EF4-FFF2-40B4-BE49-F238E27FC236}">
                <a16:creationId xmlns:a16="http://schemas.microsoft.com/office/drawing/2014/main" id="{B533F612-B84D-F632-BB31-37F49D7F9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1" y="1595181"/>
            <a:ext cx="9840698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31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11" ma:contentTypeDescription="Create a new document." ma:contentTypeScope="" ma:versionID="3f790bef5ab025e63253954e165a0704">
  <xsd:schema xmlns:xsd="http://www.w3.org/2001/XMLSchema" xmlns:xs="http://www.w3.org/2001/XMLSchema" xmlns:p="http://schemas.microsoft.com/office/2006/metadata/properties" xmlns:ns2="f911f9c0-5a03-49c4-9b36-857712739a80" xmlns:ns3="3485ab1c-3f2f-420a-94d8-4bedb6f8f8d6" targetNamespace="http://schemas.microsoft.com/office/2006/metadata/properties" ma:root="true" ma:fieldsID="1cf79d56d853a5c1e3b2c017520a74ba" ns2:_="" ns3:_="">
    <xsd:import namespace="f911f9c0-5a03-49c4-9b36-857712739a80"/>
    <xsd:import namespace="3485ab1c-3f2f-420a-94d8-4bedb6f8f8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11f9c0-5a03-49c4-9b36-857712739a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46fe6cf-c6c6-432e-bc3b-e1a865b285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85ab1c-3f2f-420a-94d8-4bedb6f8f8d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8cbeeef-faaf-472a-a6d1-d7d0065acb8d}" ma:internalName="TaxCatchAll" ma:showField="CatchAllData" ma:web="3485ab1c-3f2f-420a-94d8-4bedb6f8f8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911f9c0-5a03-49c4-9b36-857712739a80">
      <Terms xmlns="http://schemas.microsoft.com/office/infopath/2007/PartnerControls"/>
    </lcf76f155ced4ddcb4097134ff3c332f>
    <TaxCatchAll xmlns="3485ab1c-3f2f-420a-94d8-4bedb6f8f8d6" xsi:nil="true"/>
  </documentManagement>
</p:properties>
</file>

<file path=customXml/itemProps1.xml><?xml version="1.0" encoding="utf-8"?>
<ds:datastoreItem xmlns:ds="http://schemas.openxmlformats.org/officeDocument/2006/customXml" ds:itemID="{0231290E-4C97-4AA2-9799-E2AAEE0B40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E64A187-BEAC-410C-A2F1-40115502A3D7}"/>
</file>

<file path=customXml/itemProps3.xml><?xml version="1.0" encoding="utf-8"?>
<ds:datastoreItem xmlns:ds="http://schemas.openxmlformats.org/officeDocument/2006/customXml" ds:itemID="{33BA0A8F-8EEA-4424-8673-9401F0BCC0D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198</Words>
  <Application>Microsoft Office PowerPoint</Application>
  <PresentationFormat>Widescreen</PresentationFormat>
  <Paragraphs>40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Nội dung</vt:lpstr>
      <vt:lpstr>1. Phân tích nhiệm vụ (Task analysis)</vt:lpstr>
      <vt:lpstr>1. Phân tích nhiệm vụ (Task analysis)</vt:lpstr>
      <vt:lpstr>1. Phân tích nhiệm vụ (Task analysis)</vt:lpstr>
      <vt:lpstr>1. Phân tích nhiệm vụ (Task analysis)</vt:lpstr>
      <vt:lpstr>2. Luồng tác vụ (Task flow)</vt:lpstr>
      <vt:lpstr>3. Luồng người dùng (User flow)</vt:lpstr>
      <vt:lpstr>3. Luồng người dùng (User flow)</vt:lpstr>
      <vt:lpstr>3. Luồng người dùng (User flow)</vt:lpstr>
      <vt:lpstr>4. Luồng thông tin (Kiến trúc thông tin - Information architecture)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Nong Quoc Khanh 20226088</cp:lastModifiedBy>
  <cp:revision>18</cp:revision>
  <dcterms:created xsi:type="dcterms:W3CDTF">2021-05-28T04:32:29Z</dcterms:created>
  <dcterms:modified xsi:type="dcterms:W3CDTF">2026-01-06T14:51:40Z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