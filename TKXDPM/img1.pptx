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81" d="100"/>
          <a:sy n="81" d="100"/>
        </p:scale>
        <p:origin x="677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CBF41-EF06-88F3-5C22-126C616EEA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65EE5B-EF70-7339-F6CF-ADCEA205DD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5DCC08-FA28-BFF0-A1BF-DB0354531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66FC-D76C-45CB-812B-408710B4412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160EA-119E-92F1-18F0-8830F4CB3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581544-FAF8-E703-4A5E-4AE487BAC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F77E7-BE93-4A07-BB3D-0CED4459F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185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BB3D7-336C-94C4-6E41-C1EA7BB2E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F565E-9BE4-8655-D9EC-7931079DA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A9CFD-913D-EF5B-6D34-0824A4563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66FC-D76C-45CB-812B-408710B4412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C132B-C9B6-9B81-8832-71DFDB7FE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B31A7-7474-BE59-D504-1ECACBE0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F77E7-BE93-4A07-BB3D-0CED4459F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379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B92BB-53C2-C4D7-FCBE-B50FB37B6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0AF97A-A4F2-25F1-D4B6-9EAEAFA7A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3A291-0BEE-C7F4-BC16-EF9AC202F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66FC-D76C-45CB-812B-408710B4412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EC03F-85A4-F42B-82D7-A615A7BB1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CFE00-C463-3CB9-DADF-A5A0776CD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F77E7-BE93-4A07-BB3D-0CED4459F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787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BEE4F-5F6B-4D53-BA32-01A310511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40524-A9FC-1C16-2D68-DDDF39DF7D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9FB4BF-D7EB-94ED-110B-AEFED45113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F27146-5049-A186-A5B0-B30F67F36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66FC-D76C-45CB-812B-408710B4412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D1C6AD-29FF-A04E-23B8-42DA6A699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920745-4819-DE42-90A3-20FB0D3FF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F77E7-BE93-4A07-BB3D-0CED4459F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211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A70B6-2E43-5510-AC72-F47F4C540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680AC7-705B-CD39-CE02-A7867C69F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71CDE0-0B3C-4C45-4B95-9F6BC9B9B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C6D6CB-2A23-23B5-1AA4-F42D5B1450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860BB2-0FF0-54F4-9147-55393ACDFB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EDF624-6791-1DB9-9918-490A6A153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66FC-D76C-45CB-812B-408710B4412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D2C8A9-7D2D-9275-B1A3-52A95D1F3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93C25C-3416-D937-1197-0A6155652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F77E7-BE93-4A07-BB3D-0CED4459F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361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E12C8-4F1E-39C1-785D-5756E2CE2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BA477D-E933-A51F-AF9C-4D57396C8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66FC-D76C-45CB-812B-408710B4412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F752FC-C406-D2D5-2921-3B1FC28CE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5509D5-CE82-68E3-6A82-D876551F3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F77E7-BE93-4A07-BB3D-0CED4459F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802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0670F5-FC87-841E-CBCA-2DE595E6B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66FC-D76C-45CB-812B-408710B4412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1FDBB6-4FFC-C1B3-F7C8-397D76CE0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2A565-D2C0-AB8A-F954-E8BE1FFE0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F77E7-BE93-4A07-BB3D-0CED4459F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562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E74EA-F380-B73B-6DAE-AD8E4EB9C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ED5C5-8AC3-6A22-F884-85AC1F414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055DCF-2299-F286-7FCD-85B02E68A7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4E1FBF-8765-C5B4-1C3C-E0CE2C2BA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66FC-D76C-45CB-812B-408710B4412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772CA8-EC20-7344-7A2E-1543A5B9D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89B02F-AC8F-D173-D7A0-001685256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F77E7-BE93-4A07-BB3D-0CED4459F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241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1FE1A-E04A-08E9-719B-530A70D79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93882E-5ECD-36B9-94FC-B88B597C92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EE3D17-499B-6ADE-1079-91FD333EC4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3B2E2C-A226-65D6-4790-0BB517923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66FC-D76C-45CB-812B-408710B4412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CA37F9-AEDD-F094-1F5C-04DE730B2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4DACC4-27C0-5811-E401-400467D8A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F77E7-BE93-4A07-BB3D-0CED4459F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337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6CAAD-BCBF-2A1A-150E-A705986BD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858175-C50D-BC42-FC80-D243D65E70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4D7AD-40C0-33B8-CCFC-498A36C69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66FC-D76C-45CB-812B-408710B4412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29242-6EBD-5DE3-D15B-5EB1B6D77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07FDE-9D80-6F61-F8DB-838C2B5EF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F77E7-BE93-4A07-BB3D-0CED4459F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709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4F941E-D2DA-899B-A3DC-15045A1FBA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65305-3430-5EE7-4ABA-DDD49A9C02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627C5-B83D-987D-C4F9-F8AE471E5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66FC-D76C-45CB-812B-408710B4412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7652A1-43CA-FDC2-959D-10B1CCF1B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41A74-9790-48B2-89C6-1BF907BC3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F77E7-BE93-4A07-BB3D-0CED4459F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198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DE8ED8-5EB0-AE00-42CC-F8CEE4116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36035-B18E-9398-2AC9-AAE695C89B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FB1D4-F08F-88B7-EC8E-72D3AFF55A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4366FC-D76C-45CB-812B-408710B4412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39458A-ABE5-87E8-E584-E1D6317ACB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3B1D2-FE12-FEE1-641B-38C81152FD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3F77E7-BE93-4A07-BB3D-0CED4459F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045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FFBD9A1-685B-863C-F6FE-9470D43A7792}"/>
              </a:ext>
            </a:extLst>
          </p:cNvPr>
          <p:cNvSpPr/>
          <p:nvPr/>
        </p:nvSpPr>
        <p:spPr>
          <a:xfrm>
            <a:off x="2300139" y="1476139"/>
            <a:ext cx="1923069" cy="75414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dataSource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51BA7B3-F5EF-EFF0-ADCB-E0184E2FFBFD}"/>
              </a:ext>
            </a:extLst>
          </p:cNvPr>
          <p:cNvSpPr/>
          <p:nvPr/>
        </p:nvSpPr>
        <p:spPr>
          <a:xfrm>
            <a:off x="2220796" y="3002437"/>
            <a:ext cx="2081754" cy="75414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emailService</a:t>
            </a:r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802ADC3-AC9E-CFD5-2E4B-BC08C4221B7F}"/>
              </a:ext>
            </a:extLst>
          </p:cNvPr>
          <p:cNvSpPr/>
          <p:nvPr/>
        </p:nvSpPr>
        <p:spPr>
          <a:xfrm>
            <a:off x="7197362" y="2216142"/>
            <a:ext cx="1923069" cy="75414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confirmPayment</a:t>
            </a:r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FD345AA-F356-E81A-147C-9EDBBFB9297B}"/>
              </a:ext>
            </a:extLst>
          </p:cNvPr>
          <p:cNvSpPr/>
          <p:nvPr/>
        </p:nvSpPr>
        <p:spPr>
          <a:xfrm>
            <a:off x="7197363" y="891677"/>
            <a:ext cx="1923069" cy="75414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placeOrder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FDFDF28-0A50-D64E-6CBF-53BF1409A43D}"/>
              </a:ext>
            </a:extLst>
          </p:cNvPr>
          <p:cNvSpPr/>
          <p:nvPr/>
        </p:nvSpPr>
        <p:spPr>
          <a:xfrm>
            <a:off x="6728378" y="3418002"/>
            <a:ext cx="2861036" cy="75414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calculateShippingFee</a:t>
            </a:r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42697D5-8453-7638-1C51-2C25A704FCE2}"/>
              </a:ext>
            </a:extLst>
          </p:cNvPr>
          <p:cNvSpPr/>
          <p:nvPr/>
        </p:nvSpPr>
        <p:spPr>
          <a:xfrm>
            <a:off x="7197362" y="4742467"/>
            <a:ext cx="1923069" cy="75414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getPaymentUrl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67AF57-6BF5-6A51-E547-FB548D5E773C}"/>
              </a:ext>
            </a:extLst>
          </p:cNvPr>
          <p:cNvSpPr txBox="1"/>
          <p:nvPr/>
        </p:nvSpPr>
        <p:spPr>
          <a:xfrm>
            <a:off x="9898144" y="1461155"/>
            <a:ext cx="1074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methods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51F733-E909-5430-BD0A-72557DB4F077}"/>
              </a:ext>
            </a:extLst>
          </p:cNvPr>
          <p:cNvSpPr txBox="1"/>
          <p:nvPr/>
        </p:nvSpPr>
        <p:spPr>
          <a:xfrm>
            <a:off x="397497" y="2454111"/>
            <a:ext cx="1154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attributes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EF9106E-072C-F302-27CE-1C0910A3DB05}"/>
              </a:ext>
            </a:extLst>
          </p:cNvPr>
          <p:cNvCxnSpPr>
            <a:cxnSpLocks/>
            <a:stCxn id="7" idx="1"/>
            <a:endCxn id="4" idx="6"/>
          </p:cNvCxnSpPr>
          <p:nvPr/>
        </p:nvCxnSpPr>
        <p:spPr>
          <a:xfrm flipH="1">
            <a:off x="4223208" y="1002119"/>
            <a:ext cx="3255782" cy="851092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4CEC02D-125B-656A-4A3D-8103C45D7D50}"/>
              </a:ext>
            </a:extLst>
          </p:cNvPr>
          <p:cNvCxnSpPr>
            <a:cxnSpLocks/>
            <a:stCxn id="6" idx="2"/>
            <a:endCxn id="4" idx="5"/>
          </p:cNvCxnSpPr>
          <p:nvPr/>
        </p:nvCxnSpPr>
        <p:spPr>
          <a:xfrm flipH="1" flipV="1">
            <a:off x="3941581" y="2119841"/>
            <a:ext cx="3255781" cy="47337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31B7E45-A3AE-C93D-C03C-658CA94ED524}"/>
              </a:ext>
            </a:extLst>
          </p:cNvPr>
          <p:cNvCxnSpPr>
            <a:cxnSpLocks/>
            <a:stCxn id="6" idx="3"/>
            <a:endCxn id="5" idx="6"/>
          </p:cNvCxnSpPr>
          <p:nvPr/>
        </p:nvCxnSpPr>
        <p:spPr>
          <a:xfrm flipH="1">
            <a:off x="4302550" y="2859844"/>
            <a:ext cx="3176439" cy="51966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3B555C2-B2A7-EA7F-19C0-E4CAE4DA48F7}"/>
              </a:ext>
            </a:extLst>
          </p:cNvPr>
          <p:cNvCxnSpPr>
            <a:cxnSpLocks/>
            <a:stCxn id="7" idx="2"/>
            <a:endCxn id="8" idx="2"/>
          </p:cNvCxnSpPr>
          <p:nvPr/>
        </p:nvCxnSpPr>
        <p:spPr>
          <a:xfrm rot="10800000" flipV="1">
            <a:off x="6728379" y="1268748"/>
            <a:ext cx="468985" cy="2526325"/>
          </a:xfrm>
          <a:prstGeom prst="curvedConnector3">
            <a:avLst>
              <a:gd name="adj1" fmla="val 277387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CC44951-C706-C4E4-F96A-7A287F0FD041}"/>
              </a:ext>
            </a:extLst>
          </p:cNvPr>
          <p:cNvCxnSpPr>
            <a:cxnSpLocks/>
            <a:stCxn id="7" idx="3"/>
            <a:endCxn id="9" idx="2"/>
          </p:cNvCxnSpPr>
          <p:nvPr/>
        </p:nvCxnSpPr>
        <p:spPr>
          <a:xfrm rot="5400000">
            <a:off x="5546096" y="3186645"/>
            <a:ext cx="3584160" cy="281628"/>
          </a:xfrm>
          <a:prstGeom prst="curvedConnector4">
            <a:avLst>
              <a:gd name="adj1" fmla="val 12426"/>
              <a:gd name="adj2" fmla="val 944345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1711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3413440-EAE3-C60F-4A2E-82DCE4FC98C8}"/>
              </a:ext>
            </a:extLst>
          </p:cNvPr>
          <p:cNvSpPr/>
          <p:nvPr/>
        </p:nvSpPr>
        <p:spPr>
          <a:xfrm>
            <a:off x="7979788" y="1018093"/>
            <a:ext cx="2964732" cy="16685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5C1569-DD6C-57CC-8560-2A214CC2B2A7}"/>
              </a:ext>
            </a:extLst>
          </p:cNvPr>
          <p:cNvSpPr/>
          <p:nvPr/>
        </p:nvSpPr>
        <p:spPr>
          <a:xfrm>
            <a:off x="8505332" y="1197204"/>
            <a:ext cx="1913643" cy="311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OrdersController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FEE2A5-1A56-D658-3617-A2D81FF4DCDA}"/>
              </a:ext>
            </a:extLst>
          </p:cNvPr>
          <p:cNvSpPr/>
          <p:nvPr/>
        </p:nvSpPr>
        <p:spPr>
          <a:xfrm>
            <a:off x="7237425" y="3629321"/>
            <a:ext cx="4121874" cy="26206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570C9E-7116-29B1-3173-8C724F00B351}"/>
              </a:ext>
            </a:extLst>
          </p:cNvPr>
          <p:cNvSpPr/>
          <p:nvPr/>
        </p:nvSpPr>
        <p:spPr>
          <a:xfrm>
            <a:off x="8441701" y="3913301"/>
            <a:ext cx="1913643" cy="311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OrdersService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558CD4D-BE03-BCFF-3455-AB187A76D66E}"/>
              </a:ext>
            </a:extLst>
          </p:cNvPr>
          <p:cNvSpPr/>
          <p:nvPr/>
        </p:nvSpPr>
        <p:spPr>
          <a:xfrm>
            <a:off x="9141641" y="1640264"/>
            <a:ext cx="1357460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OrdersService</a:t>
            </a:r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6A285C3-60EF-E56C-31D2-B7471926A796}"/>
              </a:ext>
            </a:extLst>
          </p:cNvPr>
          <p:cNvCxnSpPr>
            <a:cxnSpLocks/>
            <a:stCxn id="8" idx="4"/>
            <a:endCxn id="6" idx="0"/>
          </p:cNvCxnSpPr>
          <p:nvPr/>
        </p:nvCxnSpPr>
        <p:spPr>
          <a:xfrm flipH="1">
            <a:off x="9298362" y="2554664"/>
            <a:ext cx="522009" cy="10746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B45D73A5-3B68-720E-8F54-49F43E456D7B}"/>
              </a:ext>
            </a:extLst>
          </p:cNvPr>
          <p:cNvSpPr/>
          <p:nvPr/>
        </p:nvSpPr>
        <p:spPr>
          <a:xfrm>
            <a:off x="7762968" y="4286840"/>
            <a:ext cx="1635555" cy="7753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confirm</a:t>
            </a:r>
          </a:p>
          <a:p>
            <a:pPr algn="ctr"/>
            <a:r>
              <a:rPr lang="en-US" dirty="0"/>
              <a:t>Payment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FFE8E89-2ED9-4A26-4E5D-15D9BFF974C1}"/>
              </a:ext>
            </a:extLst>
          </p:cNvPr>
          <p:cNvSpPr/>
          <p:nvPr/>
        </p:nvSpPr>
        <p:spPr>
          <a:xfrm>
            <a:off x="7645724" y="5377404"/>
            <a:ext cx="1913642" cy="65869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placeOrder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80BDC6-BEED-AC89-349A-33FB499832D9}"/>
              </a:ext>
            </a:extLst>
          </p:cNvPr>
          <p:cNvSpPr/>
          <p:nvPr/>
        </p:nvSpPr>
        <p:spPr>
          <a:xfrm>
            <a:off x="2192519" y="4054703"/>
            <a:ext cx="1781666" cy="3393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dataSource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D6D44E-8FB9-3718-2C23-0AB4198A1046}"/>
              </a:ext>
            </a:extLst>
          </p:cNvPr>
          <p:cNvSpPr/>
          <p:nvPr/>
        </p:nvSpPr>
        <p:spPr>
          <a:xfrm>
            <a:off x="2371629" y="2384981"/>
            <a:ext cx="1781666" cy="3393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emailService</a:t>
            </a:r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034DB18-B8E4-7405-299B-3FD23F13E90A}"/>
              </a:ext>
            </a:extLst>
          </p:cNvPr>
          <p:cNvCxnSpPr>
            <a:cxnSpLocks/>
            <a:stCxn id="12" idx="2"/>
            <a:endCxn id="17" idx="3"/>
          </p:cNvCxnSpPr>
          <p:nvPr/>
        </p:nvCxnSpPr>
        <p:spPr>
          <a:xfrm flipH="1" flipV="1">
            <a:off x="4153295" y="2554664"/>
            <a:ext cx="3609673" cy="21198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455AEB3-08DD-503D-80C1-1A82FA58F959}"/>
              </a:ext>
            </a:extLst>
          </p:cNvPr>
          <p:cNvCxnSpPr>
            <a:cxnSpLocks/>
            <a:stCxn id="13" idx="2"/>
            <a:endCxn id="16" idx="3"/>
          </p:cNvCxnSpPr>
          <p:nvPr/>
        </p:nvCxnSpPr>
        <p:spPr>
          <a:xfrm flipH="1" flipV="1">
            <a:off x="3974185" y="4224386"/>
            <a:ext cx="3671539" cy="14823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7910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16</Words>
  <Application>Microsoft Office PowerPoint</Application>
  <PresentationFormat>Widescreen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 Minh Tuan 20226095</dc:creator>
  <cp:lastModifiedBy>Nguyen Minh Tuan 20226095</cp:lastModifiedBy>
  <cp:revision>1</cp:revision>
  <dcterms:created xsi:type="dcterms:W3CDTF">2025-12-03T13:17:41Z</dcterms:created>
  <dcterms:modified xsi:type="dcterms:W3CDTF">2025-12-03T14:29:08Z</dcterms:modified>
</cp:coreProperties>
</file>