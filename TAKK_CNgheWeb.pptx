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8"/>
  </p:notesMasterIdLst>
  <p:handoutMasterIdLst>
    <p:handoutMasterId r:id="rId19"/>
  </p:handoutMasterIdLst>
  <p:sldIdLst>
    <p:sldId id="277" r:id="rId2"/>
    <p:sldId id="263" r:id="rId3"/>
    <p:sldId id="285" r:id="rId4"/>
    <p:sldId id="278" r:id="rId5"/>
    <p:sldId id="286" r:id="rId6"/>
    <p:sldId id="279" r:id="rId7"/>
    <p:sldId id="280" r:id="rId8"/>
    <p:sldId id="282" r:id="rId9"/>
    <p:sldId id="283" r:id="rId10"/>
    <p:sldId id="289" r:id="rId11"/>
    <p:sldId id="281" r:id="rId12"/>
    <p:sldId id="288" r:id="rId13"/>
    <p:sldId id="291" r:id="rId14"/>
    <p:sldId id="292" r:id="rId15"/>
    <p:sldId id="290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48600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8600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79" y="1248325"/>
            <a:ext cx="554355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8779" y="404265"/>
            <a:ext cx="5543550" cy="436098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2258453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3155" y="1032511"/>
            <a:ext cx="8636794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48600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8600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4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679" r:id="rId3"/>
    <p:sldLayoutId id="2147483680" r:id="rId4"/>
    <p:sldLayoutId id="2147483681" r:id="rId5"/>
    <p:sldLayoutId id="2147483682" r:id="rId6"/>
    <p:sldLayoutId id="2147483678" r:id="rId7"/>
    <p:sldLayoutId id="2147483684" r:id="rId8"/>
    <p:sldLayoutId id="21474836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976" y="1105786"/>
            <a:ext cx="2380775" cy="714731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289976" y="2521810"/>
            <a:ext cx="6903927" cy="6365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/>
              <a:t>Nền tảng website học online TAKK Edu</a:t>
            </a:r>
            <a:endParaRPr lang="en-US" sz="3600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289976" y="3541399"/>
            <a:ext cx="6146684" cy="6365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100" dirty="0"/>
              <a:t>Công </a:t>
            </a:r>
            <a:r>
              <a:rPr lang="en-US" sz="2100" dirty="0" err="1"/>
              <a:t>nghệ</a:t>
            </a:r>
            <a:r>
              <a:rPr lang="en-US" sz="2100" dirty="0"/>
              <a:t> Web </a:t>
            </a:r>
            <a:r>
              <a:rPr lang="en-US" sz="2100" dirty="0" err="1"/>
              <a:t>và</a:t>
            </a:r>
            <a:r>
              <a:rPr lang="en-US" sz="2100" dirty="0"/>
              <a:t> </a:t>
            </a:r>
            <a:r>
              <a:rPr lang="en-US" sz="2100" dirty="0" err="1"/>
              <a:t>dịch</a:t>
            </a:r>
            <a:r>
              <a:rPr lang="en-US" sz="2100" dirty="0"/>
              <a:t> </a:t>
            </a:r>
            <a:r>
              <a:rPr lang="en-US" sz="2100" dirty="0" err="1"/>
              <a:t>vụ</a:t>
            </a:r>
            <a:r>
              <a:rPr lang="en-US" sz="2100" dirty="0"/>
              <a:t> </a:t>
            </a:r>
            <a:r>
              <a:rPr lang="en-US" sz="2100" dirty="0" err="1"/>
              <a:t>trực</a:t>
            </a:r>
            <a:r>
              <a:rPr lang="en-US" sz="2100" dirty="0"/>
              <a:t> </a:t>
            </a:r>
            <a:r>
              <a:rPr lang="en-US" sz="2100" dirty="0" err="1"/>
              <a:t>tuyến</a:t>
            </a:r>
            <a:r>
              <a:rPr lang="en-US" sz="2100" dirty="0"/>
              <a:t> - </a:t>
            </a:r>
            <a:r>
              <a:rPr lang="en-US" sz="2100" dirty="0" err="1"/>
              <a:t>Nhóm</a:t>
            </a:r>
            <a:r>
              <a:rPr lang="en-US" sz="2100" dirty="0"/>
              <a:t> 05</a:t>
            </a:r>
          </a:p>
          <a:p>
            <a:r>
              <a:rPr lang="en-US" sz="2100" dirty="0"/>
              <a:t>GVHD: Lê Hải Nam – Nguyễn Sơn Tùng</a:t>
            </a:r>
          </a:p>
          <a:p>
            <a:r>
              <a:rPr lang="en-US" sz="2100" b="0" dirty="0"/>
              <a:t>Dương Thái Anh	20226099</a:t>
            </a:r>
          </a:p>
          <a:p>
            <a:r>
              <a:rPr lang="en-US" sz="2100" b="0" dirty="0" err="1"/>
              <a:t>Nông</a:t>
            </a:r>
            <a:r>
              <a:rPr lang="en-US" sz="2100" b="0" dirty="0"/>
              <a:t> Quốc Khánh	20226088</a:t>
            </a:r>
          </a:p>
          <a:p>
            <a:r>
              <a:rPr lang="en-US" sz="2100" b="0" dirty="0" err="1"/>
              <a:t>Đỗ</a:t>
            </a:r>
            <a:r>
              <a:rPr lang="en-US" sz="2100" b="0" dirty="0"/>
              <a:t> Quang Bắc </a:t>
            </a:r>
            <a:r>
              <a:rPr lang="en-US" sz="2100" b="0" dirty="0" err="1"/>
              <a:t>Kỳ</a:t>
            </a:r>
            <a:r>
              <a:rPr lang="en-US" sz="2100" b="0" dirty="0"/>
              <a:t>	20226111</a:t>
            </a:r>
          </a:p>
          <a:p>
            <a:r>
              <a:rPr lang="en-US" sz="2100" b="0" dirty="0"/>
              <a:t>Nguyễn Minh Tuấn	20226095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5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&amp;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Demo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1664-2DEA-79AD-F55E-542ECC94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31E640-B7FD-D22D-2252-0D0EF22359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Xác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định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Đặt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vấn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đề</a:t>
            </a:r>
            <a:r>
              <a:rPr lang="en-US" dirty="0">
                <a:solidFill>
                  <a:srgbClr val="FF0000"/>
                </a:solidFill>
              </a:rPr>
              <a:t> &amp; </a:t>
            </a:r>
            <a:r>
              <a:rPr lang="en-US" dirty="0" err="1">
                <a:solidFill>
                  <a:srgbClr val="FF0000"/>
                </a:solidFill>
              </a:rPr>
              <a:t>Giải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pháp</a:t>
            </a:r>
            <a:endParaRPr lang="en-US" dirty="0">
              <a:solidFill>
                <a:srgbClr val="FF0000"/>
              </a:solidFill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Demo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C6376A-EDF7-AF8C-FC4B-B53DCF0E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D16FC-208C-8EEA-E69D-93426AD6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10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1ADF-3619-5CAB-285A-36FD02BA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5668-FDFE-E6F8-ECF1-B9FA4D19E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6261-6A94-9EAA-5557-B99DB42AB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: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Nền</a:t>
            </a:r>
            <a:r>
              <a:rPr lang="en-US" dirty="0"/>
              <a:t> 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vi-VN" dirty="0"/>
              <a:t>Mô hình </a:t>
            </a:r>
            <a:r>
              <a:rPr lang="vi-VN" dirty="0" err="1"/>
              <a:t>Hybrid</a:t>
            </a:r>
            <a:r>
              <a:rPr lang="vi-VN" dirty="0"/>
              <a:t>: </a:t>
            </a:r>
            <a:r>
              <a:rPr lang="vi-VN" b="1" dirty="0"/>
              <a:t>Nội dung </a:t>
            </a:r>
            <a:r>
              <a:rPr lang="vi-VN" b="1" dirty="0" err="1"/>
              <a:t>Video</a:t>
            </a:r>
            <a:r>
              <a:rPr lang="vi-VN" dirty="0"/>
              <a:t> kết hợp </a:t>
            </a:r>
            <a:r>
              <a:rPr lang="vi-VN" b="1" dirty="0"/>
              <a:t>Tương tác thời gian thực</a:t>
            </a:r>
            <a:r>
              <a:rPr lang="vi-VN" dirty="0"/>
              <a:t> (</a:t>
            </a:r>
            <a:r>
              <a:rPr lang="vi-VN" dirty="0" err="1"/>
              <a:t>Live</a:t>
            </a:r>
            <a:r>
              <a:rPr lang="vi-VN" dirty="0"/>
              <a:t>/</a:t>
            </a:r>
            <a:r>
              <a:rPr lang="vi-VN" dirty="0" err="1"/>
              <a:t>Group</a:t>
            </a:r>
            <a:r>
              <a:rPr lang="vi-VN" dirty="0"/>
              <a:t>).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16D6-5AEC-7893-E112-3CDCD2A1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0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4BCC-9E75-25EC-4C78-17CB7AE0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5D416F-4CC4-D4FA-1E16-F41C5F0640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&amp;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Công </a:t>
            </a:r>
            <a:r>
              <a:rPr lang="en-US" dirty="0" err="1">
                <a:solidFill>
                  <a:srgbClr val="FF0000"/>
                </a:solidFill>
              </a:rPr>
              <a:t>nghệ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&amp; System Modules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Demo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917CD5-2765-60F2-639B-36DBDF08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7C792-E819-2B46-9691-BD718034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2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6F9A-234B-7821-BE6A-61DC9798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FB10A-5939-62B9-E2B3-F64A443BA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(Technology Stack)</a:t>
            </a:r>
          </a:p>
          <a:p>
            <a:pPr lvl="1"/>
            <a:r>
              <a:rPr lang="en-US" dirty="0"/>
              <a:t>Frontend:</a:t>
            </a:r>
          </a:p>
          <a:p>
            <a:pPr lvl="2"/>
            <a:r>
              <a:rPr lang="en-US" dirty="0"/>
              <a:t>Next.js (App Router), Tailwind CSS.</a:t>
            </a:r>
          </a:p>
          <a:p>
            <a:pPr lvl="2"/>
            <a:r>
              <a:rPr lang="en-US" dirty="0" err="1"/>
              <a:t>Tiptap</a:t>
            </a:r>
            <a:r>
              <a:rPr lang="en-US" dirty="0"/>
              <a:t> (Rich Text Editor).</a:t>
            </a:r>
          </a:p>
          <a:p>
            <a:pPr lvl="1"/>
            <a:r>
              <a:rPr lang="en-US" dirty="0"/>
              <a:t>Backend:</a:t>
            </a:r>
          </a:p>
          <a:p>
            <a:pPr lvl="2"/>
            <a:r>
              <a:rPr lang="en-US" dirty="0" err="1"/>
              <a:t>NestJS</a:t>
            </a:r>
            <a:r>
              <a:rPr lang="en-US" dirty="0"/>
              <a:t> (Modular Architecture).</a:t>
            </a:r>
          </a:p>
          <a:p>
            <a:pPr lvl="2"/>
            <a:r>
              <a:rPr lang="en-US" dirty="0"/>
              <a:t>Socket.io (Real-time Communication).</a:t>
            </a:r>
          </a:p>
          <a:p>
            <a:pPr lvl="1"/>
            <a:r>
              <a:rPr lang="en-US" dirty="0"/>
              <a:t>Database &amp; ORM:</a:t>
            </a:r>
          </a:p>
          <a:p>
            <a:pPr lvl="2"/>
            <a:r>
              <a:rPr lang="en-US" dirty="0"/>
              <a:t>PostgreSQL.</a:t>
            </a:r>
          </a:p>
          <a:p>
            <a:pPr lvl="2"/>
            <a:r>
              <a:rPr lang="en-US" dirty="0" err="1"/>
              <a:t>TypeORM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Cloud &amp; Services (Infrastructure):</a:t>
            </a:r>
          </a:p>
          <a:p>
            <a:pPr lvl="2"/>
            <a:r>
              <a:rPr lang="vi-VN" dirty="0" err="1"/>
              <a:t>Cloudflare</a:t>
            </a:r>
            <a:r>
              <a:rPr lang="vi-VN" dirty="0"/>
              <a:t> R2: Lưu trữ &amp; </a:t>
            </a:r>
            <a:r>
              <a:rPr lang="vi-VN" dirty="0" err="1"/>
              <a:t>Stream</a:t>
            </a:r>
            <a:r>
              <a:rPr lang="vi-VN" dirty="0"/>
              <a:t> </a:t>
            </a:r>
            <a:r>
              <a:rPr lang="vi-VN" dirty="0" err="1"/>
              <a:t>video</a:t>
            </a:r>
            <a:r>
              <a:rPr lang="vi-VN" dirty="0"/>
              <a:t> bài giảng (AWS SDK).</a:t>
            </a:r>
            <a:endParaRPr lang="en-US" dirty="0"/>
          </a:p>
          <a:p>
            <a:pPr lvl="2"/>
            <a:r>
              <a:rPr lang="vi-VN" dirty="0" err="1"/>
              <a:t>Cloudinary</a:t>
            </a:r>
            <a:r>
              <a:rPr lang="vi-VN" dirty="0"/>
              <a:t>: Quản lý hình ảnh &amp; tài liệu tĩnh.</a:t>
            </a:r>
            <a:endParaRPr lang="en-US" dirty="0"/>
          </a:p>
          <a:p>
            <a:pPr lvl="2"/>
            <a:r>
              <a:rPr lang="vi-VN" dirty="0" err="1"/>
              <a:t>PayPal</a:t>
            </a:r>
            <a:r>
              <a:rPr lang="vi-VN" dirty="0"/>
              <a:t>: Cổng thanh toán quốc tế.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CF0D-9413-3BB4-B154-8735D563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1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BCC6-D9DD-A998-024F-BB8808C3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DFA6-0C5B-D9EE-1581-FF3C69B3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A5574-AB60-FA9A-02A4-6C08046A30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System Modules</a:t>
            </a:r>
          </a:p>
          <a:p>
            <a:pPr lvl="1"/>
            <a:r>
              <a:rPr lang="vi-VN" dirty="0" err="1"/>
              <a:t>Auth</a:t>
            </a:r>
            <a:r>
              <a:rPr lang="vi-VN" dirty="0"/>
              <a:t>: JWT, </a:t>
            </a:r>
            <a:r>
              <a:rPr lang="vi-VN" dirty="0" err="1"/>
              <a:t>Role-based</a:t>
            </a:r>
            <a:r>
              <a:rPr lang="vi-VN" dirty="0"/>
              <a:t> </a:t>
            </a:r>
            <a:r>
              <a:rPr lang="vi-VN" dirty="0" err="1"/>
              <a:t>Guard</a:t>
            </a:r>
            <a:r>
              <a:rPr lang="vi-VN" dirty="0"/>
              <a:t> (Admin, </a:t>
            </a:r>
            <a:r>
              <a:rPr lang="vi-VN" dirty="0" err="1"/>
              <a:t>Instructor</a:t>
            </a:r>
            <a:r>
              <a:rPr lang="vi-VN" dirty="0"/>
              <a:t>, </a:t>
            </a:r>
            <a:r>
              <a:rPr lang="vi-VN" dirty="0" err="1"/>
              <a:t>Student</a:t>
            </a:r>
            <a:r>
              <a:rPr lang="vi-VN" dirty="0"/>
              <a:t>).</a:t>
            </a:r>
            <a:endParaRPr lang="en-US" dirty="0"/>
          </a:p>
          <a:p>
            <a:pPr lvl="1"/>
            <a:r>
              <a:rPr lang="vi-VN" dirty="0" err="1"/>
              <a:t>Catalog</a:t>
            </a:r>
            <a:r>
              <a:rPr lang="vi-VN" dirty="0"/>
              <a:t>: Quản lý </a:t>
            </a:r>
            <a:r>
              <a:rPr lang="vi-VN" dirty="0" err="1"/>
              <a:t>Course</a:t>
            </a:r>
            <a:r>
              <a:rPr lang="vi-VN" dirty="0"/>
              <a:t>, </a:t>
            </a:r>
            <a:r>
              <a:rPr lang="vi-VN" dirty="0" err="1"/>
              <a:t>Lesson</a:t>
            </a:r>
            <a:r>
              <a:rPr lang="vi-VN" dirty="0"/>
              <a:t>, </a:t>
            </a:r>
            <a:r>
              <a:rPr lang="vi-VN" dirty="0" err="1"/>
              <a:t>Category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vi-VN" dirty="0" err="1"/>
              <a:t>Learning</a:t>
            </a:r>
            <a:r>
              <a:rPr lang="vi-VN" dirty="0"/>
              <a:t>: Quản lý </a:t>
            </a:r>
            <a:r>
              <a:rPr lang="vi-VN" dirty="0" err="1"/>
              <a:t>Enrollment</a:t>
            </a:r>
            <a:r>
              <a:rPr lang="vi-VN" dirty="0"/>
              <a:t> (Ghi danh), </a:t>
            </a:r>
            <a:r>
              <a:rPr lang="vi-VN" dirty="0" err="1"/>
              <a:t>Progress</a:t>
            </a:r>
            <a:r>
              <a:rPr lang="vi-VN" dirty="0"/>
              <a:t> (Tiến độ học).</a:t>
            </a:r>
            <a:endParaRPr lang="en-US" dirty="0"/>
          </a:p>
          <a:p>
            <a:pPr lvl="1"/>
            <a:r>
              <a:rPr lang="vi-VN" dirty="0" err="1"/>
              <a:t>Rooms</a:t>
            </a:r>
            <a:r>
              <a:rPr lang="vi-VN" dirty="0"/>
              <a:t>: Xử lý </a:t>
            </a:r>
            <a:r>
              <a:rPr lang="vi-VN" dirty="0" err="1"/>
              <a:t>logic</a:t>
            </a:r>
            <a:r>
              <a:rPr lang="vi-VN" dirty="0"/>
              <a:t> phòng học, tin nhắn (</a:t>
            </a:r>
            <a:r>
              <a:rPr lang="vi-VN" dirty="0" err="1"/>
              <a:t>rooms.gateway.ts</a:t>
            </a:r>
            <a:r>
              <a:rPr lang="vi-VN" dirty="0"/>
              <a:t>).</a:t>
            </a:r>
            <a:endParaRPr lang="en-US" dirty="0"/>
          </a:p>
          <a:p>
            <a:pPr lvl="1"/>
            <a:r>
              <a:rPr lang="vi-VN" dirty="0" err="1"/>
              <a:t>Order</a:t>
            </a:r>
            <a:r>
              <a:rPr lang="vi-VN" dirty="0"/>
              <a:t>/</a:t>
            </a:r>
            <a:r>
              <a:rPr lang="vi-VN" dirty="0" err="1"/>
              <a:t>Payment</a:t>
            </a:r>
            <a:r>
              <a:rPr lang="vi-VN" dirty="0"/>
              <a:t>: Xử lý giao dịch mua khóa học..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782BB-CA05-7D9D-E156-E691635E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44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5AFF-4967-CC02-47B3-B8FF18F9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332E-4E17-C265-D52E-FFB83BAE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3A0F5-457C-16FF-514E-E0B7422CD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C906C-C9E0-727D-B743-951A2225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4836B-8C0B-324C-2C35-D0676EDAA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223" y="1581342"/>
            <a:ext cx="6317553" cy="465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0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D987F-7A92-B3EE-DE51-45B7B6CB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25F5-9963-2DBD-41F3-591115B4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60B6A-DEE2-B9BC-C714-1C2CC64EAA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1DEB-79DF-885C-33BB-A16F32DB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9D4A4-2C10-E3E8-2F71-6958BE09B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756" y="1904108"/>
            <a:ext cx="8003591" cy="39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83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034C-1F85-1941-D5A6-F2C5C332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9B2B-ECEF-C70F-DF50-20A28E7C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A454C-5B91-0975-FE76-376066B3A3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Deployment Diagram: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F9BD9-AAD3-F1D1-EE0F-2C78FAF2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7126A-7A0F-9C0E-CCBA-37AB82DC7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756" y="1904108"/>
            <a:ext cx="8003591" cy="39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3426-3FE2-3005-3962-6B6B92DF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D3A2-CB3B-903B-B986-F264DD5E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9CF1E-1973-81F1-6784-A9F6853E3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Database Schema (ERD)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9EEA-6C86-15A5-DE0C-B146816F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BC52D-E5C7-1C89-1297-E4586BB3D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64" y="1602672"/>
            <a:ext cx="7575176" cy="451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5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DF42-7C46-8BBE-5863-1F3E82DA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459AB2-9E43-314B-ED3A-32B6AA6081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&amp;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Thiết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kế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hành</a:t>
            </a:r>
            <a:r>
              <a:rPr lang="en-US" dirty="0">
                <a:solidFill>
                  <a:srgbClr val="FF0000"/>
                </a:solidFill>
              </a:rPr>
              <a:t> vi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Demo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2FCD2-EE10-A998-0F17-7F12143C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230E-1154-072D-84FC-E2EE4E85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08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DA01-C4B8-4CD2-2FE5-B42243F4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E0B3-CEA2-E0D6-F8CF-B77C00EB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87D0F-AA3D-5098-8C9C-4C5E8EC9B1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Payment Sequence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7466A-9E46-E4A7-BC6E-E141061F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D8D6C1-2112-11EA-34DA-03072C0C2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95" y="1659943"/>
            <a:ext cx="7125114" cy="416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37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B2647-74AA-B68E-31AD-FDEB731F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01A1-1BFD-536F-DAA2-BF8FD86E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D365E-9B9B-D069-6FDF-AD04B479B8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Livestream Sequence Diagram: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CE6D-6085-A31C-19D8-79BDA4B1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D6056-56F0-D76A-B2C7-81CFA881C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3966" y="1602672"/>
            <a:ext cx="6295171" cy="451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60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648C-CCCD-4CA8-A72E-F9F94D114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BD312A-1B84-67D0-CD84-C94DBDF590F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&amp;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marL="385763" indent="-385763">
              <a:buFont typeface="+mj-lt"/>
              <a:buAutoNum type="arabicPeriod"/>
            </a:pPr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&amp; System Modules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Demo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3A1C91-314E-7C19-2B9D-A74AFF5D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46481-3531-DE5B-AAA2-BF4C11BE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81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454</Words>
  <Application>Microsoft Office PowerPoint</Application>
  <PresentationFormat>On-screen Show (4:3)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Lato</vt:lpstr>
      <vt:lpstr>Office Theme</vt:lpstr>
      <vt:lpstr>PowerPoint Presentation</vt:lpstr>
      <vt:lpstr>Nội dung</vt:lpstr>
      <vt:lpstr>Nội dung</vt:lpstr>
      <vt:lpstr>1. Xác định vấn đề người dùng</vt:lpstr>
      <vt:lpstr>Nội dung</vt:lpstr>
      <vt:lpstr>2. Công nghệ sử dụng &amp; System Modules</vt:lpstr>
      <vt:lpstr>2. Công nghệ sử dụng &amp; System Modules</vt:lpstr>
      <vt:lpstr>2. Công nghệ sử dụng &amp; System Modules</vt:lpstr>
      <vt:lpstr>2. Công nghệ sử dụng &amp; System Modules</vt:lpstr>
      <vt:lpstr>2. Công nghệ sử dụng &amp; System Modules</vt:lpstr>
      <vt:lpstr>2. Công nghệ sử dụng &amp; System Modules</vt:lpstr>
      <vt:lpstr>Nội dung</vt:lpstr>
      <vt:lpstr>3. Thiết kế hành vi</vt:lpstr>
      <vt:lpstr>3. Thiết kế hành vi</vt:lpstr>
      <vt:lpstr>Nội dung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Tuan 20226095</cp:lastModifiedBy>
  <cp:revision>14</cp:revision>
  <dcterms:created xsi:type="dcterms:W3CDTF">2021-05-28T04:32:29Z</dcterms:created>
  <dcterms:modified xsi:type="dcterms:W3CDTF">2025-12-25T04:42:38Z</dcterms:modified>
</cp:coreProperties>
</file>